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3189657be8c45a4" /><Relationship Type="http://schemas.openxmlformats.org/officeDocument/2006/relationships/extended-properties" Target="/docProps/app.xml" Id="Rc28ba3b91fea4500" /><Relationship Type="http://schemas.openxmlformats.org/officeDocument/2006/relationships/officeDocument" Target="/ppt/presentation.xml" Id="R66612c868fcc4ee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1c0d6ea3d4141cf"/>
  </p:sldMasterIdLst>
  <p:notesMasterIdLst>
    <p:notesMasterId xmlns:r="http://schemas.openxmlformats.org/officeDocument/2006/relationships" r:id="R5400896f87a94479"/>
  </p:notesMasterIdLst>
  <p:sldIdLst>
    <p:sldId xmlns:r="http://schemas.openxmlformats.org/officeDocument/2006/relationships" id="256" r:id="Rb3e9618142a84782"/>
    <p:sldId xmlns:r="http://schemas.openxmlformats.org/officeDocument/2006/relationships" id="257" r:id="R4796ccab99c94438"/>
    <p:sldId xmlns:r="http://schemas.openxmlformats.org/officeDocument/2006/relationships" id="258" r:id="R460c7d06515a43d6"/>
    <p:sldId xmlns:r="http://schemas.openxmlformats.org/officeDocument/2006/relationships" id="259" r:id="Rb50606996c05416d"/>
    <p:sldId xmlns:r="http://schemas.openxmlformats.org/officeDocument/2006/relationships" id="260" r:id="Rdaf2cc2e828a44df"/>
    <p:sldId xmlns:r="http://schemas.openxmlformats.org/officeDocument/2006/relationships" id="261" r:id="Rca14117271424f17"/>
    <p:sldId xmlns:r="http://schemas.openxmlformats.org/officeDocument/2006/relationships" id="262" r:id="Rd651655e6f7545e8"/>
    <p:sldId xmlns:r="http://schemas.openxmlformats.org/officeDocument/2006/relationships" id="263" r:id="R68d00e2b3505433f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4e61fdffb2446e9" /><Relationship Type="http://schemas.openxmlformats.org/officeDocument/2006/relationships/slideMaster" Target="/ppt/slideMasters/slideMaster1.xml" Id="R31c0d6ea3d4141cf" /><Relationship Type="http://schemas.openxmlformats.org/officeDocument/2006/relationships/notesMaster" Target="/ppt/notesMasters/notesMaster1.xml" Id="R5400896f87a94479" /><Relationship Type="http://schemas.openxmlformats.org/officeDocument/2006/relationships/presProps" Target="/ppt/presProps.xml" Id="R5ee7e42ac8c04687" /><Relationship Type="http://schemas.openxmlformats.org/officeDocument/2006/relationships/viewProps" Target="/ppt/viewProps.xml" Id="R1e0cea46f8474f28" /><Relationship Type="http://schemas.openxmlformats.org/officeDocument/2006/relationships/tableStyles" Target="/ppt/tableStyles.xml" Id="R0aebcaafc2b84090" /><Relationship Type="http://schemas.openxmlformats.org/officeDocument/2006/relationships/slide" Target="/ppt/slides/slide1.xml" Id="Rb3e9618142a84782" /><Relationship Type="http://schemas.openxmlformats.org/officeDocument/2006/relationships/slide" Target="/ppt/slides/slide2.xml" Id="R4796ccab99c94438" /><Relationship Type="http://schemas.openxmlformats.org/officeDocument/2006/relationships/slide" Target="/ppt/slides/slide3.xml" Id="R460c7d06515a43d6" /><Relationship Type="http://schemas.openxmlformats.org/officeDocument/2006/relationships/slide" Target="/ppt/slides/slide4.xml" Id="Rb50606996c05416d" /><Relationship Type="http://schemas.openxmlformats.org/officeDocument/2006/relationships/slide" Target="/ppt/slides/slide5.xml" Id="Rdaf2cc2e828a44df" /><Relationship Type="http://schemas.openxmlformats.org/officeDocument/2006/relationships/slide" Target="/ppt/slides/slide6.xml" Id="Rca14117271424f17" /><Relationship Type="http://schemas.openxmlformats.org/officeDocument/2006/relationships/slide" Target="/ppt/slides/slide7.xml" Id="Rd651655e6f7545e8" /><Relationship Type="http://schemas.openxmlformats.org/officeDocument/2006/relationships/slide" Target="/ppt/slides/slide8.xml" Id="R68d00e2b3505433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b31bc0ca916423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9403f35ba3842f1" /><Relationship Type="http://schemas.openxmlformats.org/officeDocument/2006/relationships/notesMaster" Target="/ppt/notesMasters/notesMaster1.xml" Id="R4522f0e77b854c6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32cfd03828e4afd" /><Relationship Type="http://schemas.openxmlformats.org/officeDocument/2006/relationships/notesMaster" Target="/ppt/notesMasters/notesMaster1.xml" Id="R76816a6c30c2478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8265bd348f64563" /><Relationship Type="http://schemas.openxmlformats.org/officeDocument/2006/relationships/notesMaster" Target="/ppt/notesMasters/notesMaster1.xml" Id="Re22eccea900b4e9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774128ee57e4401" /><Relationship Type="http://schemas.openxmlformats.org/officeDocument/2006/relationships/notesMaster" Target="/ppt/notesMasters/notesMaster1.xml" Id="R0836f94d2c92418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2381390fae74fee" /><Relationship Type="http://schemas.openxmlformats.org/officeDocument/2006/relationships/notesMaster" Target="/ppt/notesMasters/notesMaster1.xml" Id="R14b109ee9dac4ef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308f36ec1104e6f" /><Relationship Type="http://schemas.openxmlformats.org/officeDocument/2006/relationships/notesMaster" Target="/ppt/notesMasters/notesMaster1.xml" Id="Re8726edb1c5045d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8ce7e99a8fb4f96" /><Relationship Type="http://schemas.openxmlformats.org/officeDocument/2006/relationships/notesMaster" Target="/ppt/notesMasters/notesMaster1.xml" Id="Rb45246f98348403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fa9eefada184cb7" /><Relationship Type="http://schemas.openxmlformats.org/officeDocument/2006/relationships/notesMaster" Target="/ppt/notesMasters/notesMaster1.xml" Id="Rdd54c5b395044a1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21f7200c08947f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732d19463884310" /><Relationship Type="http://schemas.openxmlformats.org/officeDocument/2006/relationships/slideLayout" Target="/ppt/slideLayouts/slideLayout1.xml" Id="R7b63cedffd97418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b63cedffd97418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a9553ea52f414c" /><Relationship Type="http://schemas.openxmlformats.org/officeDocument/2006/relationships/notesSlide" Target="/ppt/notesSlides/notesSlide1.xml" Id="R7b26354dd1ea467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3fce5ad6724619" /><Relationship Type="http://schemas.openxmlformats.org/officeDocument/2006/relationships/notesSlide" Target="/ppt/notesSlides/notesSlide2.xml" Id="R1085e5b4f35843e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7698ac8d1c4980" /><Relationship Type="http://schemas.openxmlformats.org/officeDocument/2006/relationships/notesSlide" Target="/ppt/notesSlides/notesSlide3.xml" Id="Rf73688db5bd0464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bb9419f18a42e6" /><Relationship Type="http://schemas.openxmlformats.org/officeDocument/2006/relationships/notesSlide" Target="/ppt/notesSlides/notesSlide4.xml" Id="R55b80a85e825468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31abd65ec34b9c" /><Relationship Type="http://schemas.openxmlformats.org/officeDocument/2006/relationships/notesSlide" Target="/ppt/notesSlides/notesSlide5.xml" Id="R7896ff50087f46f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5b50008fc84a30" /><Relationship Type="http://schemas.openxmlformats.org/officeDocument/2006/relationships/notesSlide" Target="/ppt/notesSlides/notesSlide6.xml" Id="R8ed82ece850d4c0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53c86580124dfb" /><Relationship Type="http://schemas.openxmlformats.org/officeDocument/2006/relationships/notesSlide" Target="/ppt/notesSlides/notesSlide7.xml" Id="R685dfa9a11c14ff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9e359fd2e140fe" /><Relationship Type="http://schemas.openxmlformats.org/officeDocument/2006/relationships/notesSlide" Target="/ppt/notesSlides/notesSlide8.xml" Id="R7ede99869720479a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258F667-D5BF-45D4-8C37-9A2DF7D82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5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CCFB10-05C1-44A4-97B2-B79BCA864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00050"/>
            <a:ext cx="11430000" cy="6057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31534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8AC312-926A-4E3B-B9AA-4B7A368B1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34100"/>
            <a:ext cx="514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CB5A9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CB5A9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6E178A-059A-453A-B739-515BB5ABE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6858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6F1E7"/>
                </a:solidFill>
                <a:latin typeface="Aptos Display"/>
                <a:ea typeface="Aptos Display"/>
                <a:cs typeface="Aptos Display"/>
              </a:defRPr>
            </a:pPr>
            <a:r>
              <a:rPr sz="4350" b="1">
                <a:solidFill>
                  <a:srgbClr val="F6F1E7"/>
                </a:solidFill>
                <a:latin typeface="Aptos Display"/>
                <a:ea typeface="Aptos Display"/>
                <a:cs typeface="Aptos Display"/>
              </a:rPr>
              <a:t>CookingRecipe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32D7B7-2E21-40DA-A8A2-A76142C98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76400"/>
            <a:ext cx="7239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CFE0D7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CFE0D7"/>
                </a:solidFill>
                <a:latin typeface="Aptos"/>
                <a:ea typeface="Aptos"/>
                <a:cs typeface="Aptos"/>
              </a:rPr>
              <a:t>Recipe recommendation system for ingredient-based meal discovery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56DE09-F2ED-401A-BF53-E122C116F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71750"/>
            <a:ext cx="4476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2C94C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2C94C"/>
                </a:solidFill>
                <a:latin typeface="Aptos"/>
                <a:ea typeface="Aptos"/>
                <a:cs typeface="Aptos"/>
              </a:rPr>
              <a:t>Presented by: [Your Name]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F5A62C-0CA4-4988-AEB5-12FB893F3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76625"/>
            <a:ext cx="1714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2C94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2C94C"/>
                </a:solidFill>
                <a:latin typeface="Aptos"/>
                <a:ea typeface="Aptos"/>
                <a:cs typeface="Aptos"/>
              </a:rPr>
              <a:t>Project idea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67B8C8-B525-4839-AC20-9358472B1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10000"/>
            <a:ext cx="64770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9525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F6F1E7"/>
                </a:solidFill>
                <a:latin typeface="Aptos"/>
                <a:ea typeface="Aptos"/>
                <a:cs typeface="Aptos"/>
              </a:rPr>
              <a:t>The system helps users find meals from ingredients they already have. It supports Nigerian recipes, live Spoonacular search, favorites, and search history.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CA6B77-A962-4E6C-8FE4-957BEDCA8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1104900"/>
            <a:ext cx="3143250" cy="3733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9525">
            <a:solidFill>
              <a:srgbClr val="D8CDB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829196-BDD4-4EFA-8200-3AF6EDE1B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390650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31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312A"/>
                </a:solidFill>
                <a:latin typeface="Aptos"/>
                <a:ea typeface="Aptos"/>
                <a:cs typeface="Aptos"/>
              </a:rPr>
              <a:t>How the idea flows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A2F2C3-69A6-495C-A69B-3A4DEC800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962150"/>
            <a:ext cx="2228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8F6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E99D97-7625-461D-BD2A-F94957F17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009775"/>
            <a:ext cx="2038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Ingredients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EA7C604-7D62-42DC-9EE7-C372BAE80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324100"/>
            <a:ext cx="571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6B7B7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B7B72"/>
                </a:solidFill>
                <a:latin typeface="Aptos"/>
                <a:ea typeface="Aptos"/>
                <a:cs typeface="Aptos"/>
              </a:rPr>
              <a:t>down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DFEDBD6-4F27-4B83-9EA2-F8FB5CC47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514600"/>
            <a:ext cx="152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7B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33CA6BC-D242-4569-81BF-D5A21DAD2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609850"/>
            <a:ext cx="2228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C9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FFA5607-3986-4496-9AFF-049557B6A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657475"/>
            <a:ext cx="2038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Nigerian dataset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0AEEA06-805B-4507-AFF0-BAD812BD8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971800"/>
            <a:ext cx="571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6B7B7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B7B72"/>
                </a:solidFill>
                <a:latin typeface="Aptos"/>
                <a:ea typeface="Aptos"/>
                <a:cs typeface="Aptos"/>
              </a:rPr>
              <a:t>down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997B0E1-E9A5-4992-98DE-FC362AAE3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162300"/>
            <a:ext cx="152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7B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51B7BB3-9DCD-4C14-B288-82E8FBA10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257550"/>
            <a:ext cx="2228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A5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D55C231-1E0F-423B-9003-5E1C02C36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305175"/>
            <a:ext cx="2038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Spoonacular API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CE9C120-72DA-4AA4-9AF4-16E6C1051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619500"/>
            <a:ext cx="571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6B7B7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B7B72"/>
                </a:solidFill>
                <a:latin typeface="Aptos"/>
                <a:ea typeface="Aptos"/>
                <a:cs typeface="Aptos"/>
              </a:rPr>
              <a:t>down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117C5F7-E23C-4371-B2D4-52AC992CD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810000"/>
            <a:ext cx="152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7B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A5ED0F9-BD58-4D95-84BE-7E6674A6D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905250"/>
            <a:ext cx="2228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32942E4-E413-4D74-B727-9788C0192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952875"/>
            <a:ext cx="2038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Recipe results</a:t>
            </a:r>
          </a:p>
        </p:txBody>
      </p:sp>
    </p:spTree>
    <p:extLst>
      <p:ext uri="{BB962C8B-B14F-4D97-AF65-F5344CB8AC3E}">
        <p14:creationId xmlns:p14="http://schemas.microsoft.com/office/powerpoint/2010/main" val="1939359211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C988983-742F-42FE-B905-591088BF7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5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8013BD-F2BD-4183-9028-5DC1B9E6A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00050"/>
            <a:ext cx="11430000" cy="6057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31534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6A8213-D238-4D10-8A17-F1E058DEA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34100"/>
            <a:ext cx="514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CB5A9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CB5A9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4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C03BAD20-3FBD-490B-9558-8C335DF64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400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2C94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2C94C"/>
                </a:solidFill>
                <a:latin typeface="Aptos"/>
                <a:ea typeface="Aptos"/>
                <a:cs typeface="Aptos"/>
              </a:rPr>
              <a:t>PROBLEM STATEMENT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2D2179-F2B7-4A26-ABC4-784AF8D59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8382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6F1E7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6F1E7"/>
                </a:solidFill>
                <a:latin typeface="Aptos Display"/>
                <a:ea typeface="Aptos Display"/>
                <a:cs typeface="Aptos Display"/>
              </a:rPr>
              <a:t>People have ingredients, but not always a clear meal idea.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14515E-4C9E-40C8-A1A0-3EA3183D7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81250"/>
            <a:ext cx="3181350" cy="2647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9525">
            <a:solidFill>
              <a:srgbClr val="D8CDB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39ADD5-86B7-495F-9500-2914BE04B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86050"/>
            <a:ext cx="4381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341507-D2C7-46E3-A1E5-81026605E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686050"/>
            <a:ext cx="2000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312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7312A"/>
                </a:solidFill>
                <a:latin typeface="Aptos"/>
                <a:ea typeface="Aptos"/>
                <a:cs typeface="Aptos"/>
              </a:rPr>
              <a:t>Unclear choices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25A5AA-173C-4B3C-B392-7A0A91422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33750"/>
            <a:ext cx="26289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33443D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33443D"/>
                </a:solidFill>
                <a:latin typeface="Aptos"/>
                <a:ea typeface="Aptos"/>
                <a:cs typeface="Aptos"/>
              </a:rPr>
              <a:t>Users may have rice, tomato, onion, or beans at home but still struggle to decide what to cook.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E22AC8-0D6B-4E5A-A0B1-07502A3DC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381250"/>
            <a:ext cx="3181350" cy="2647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9525">
            <a:solidFill>
              <a:srgbClr val="D8CDB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7A66B1-F0E1-4AB9-8659-F959C3F86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686050"/>
            <a:ext cx="4381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C9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80E0B2-2ABA-41BA-9211-22D80916C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686050"/>
            <a:ext cx="2000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312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7312A"/>
                </a:solidFill>
                <a:latin typeface="Aptos"/>
                <a:ea typeface="Aptos"/>
                <a:cs typeface="Aptos"/>
              </a:rPr>
              <a:t>Local food gap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F949F9-E9A1-41F9-9647-E0C47398D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333750"/>
            <a:ext cx="26289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33443D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33443D"/>
                </a:solidFill>
                <a:latin typeface="Aptos"/>
                <a:ea typeface="Aptos"/>
                <a:cs typeface="Aptos"/>
              </a:rPr>
              <a:t>Many recipe platforms show mostly foreign meals and do not prioritize Nigerian dishes.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5272EC5-7F52-49D7-BFE6-299FC87DC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381250"/>
            <a:ext cx="3181350" cy="2647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9525">
            <a:solidFill>
              <a:srgbClr val="D8CDB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D535405-7939-4B2C-9CBE-8A820633C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686050"/>
            <a:ext cx="4381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8F6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15D18DF-978B-45E8-BAA0-3072E90C0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686050"/>
            <a:ext cx="2000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312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7312A"/>
                </a:solidFill>
                <a:latin typeface="Aptos"/>
                <a:ea typeface="Aptos"/>
                <a:cs typeface="Aptos"/>
              </a:rPr>
              <a:t>Time pressure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77F7EEB-F52F-487B-9AEE-537AD91C5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333750"/>
            <a:ext cx="26289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33443D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33443D"/>
                </a:solidFill>
                <a:latin typeface="Aptos"/>
                <a:ea typeface="Aptos"/>
                <a:cs typeface="Aptos"/>
              </a:rPr>
              <a:t>Students, families, and home cooks need quick suggestions without searching many websites.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9259698-9B52-4A98-9FCC-042326EE6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543550"/>
            <a:ext cx="9906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Why it matters: the project turns available ingredients into practical recipe options and gives Nigerian meals stronger visibility.</a:t>
            </a:r>
          </a:p>
        </p:txBody>
      </p:sp>
    </p:spTree>
    <p:extLst>
      <p:ext uri="{BB962C8B-B14F-4D97-AF65-F5344CB8AC3E}">
        <p14:creationId xmlns:p14="http://schemas.microsoft.com/office/powerpoint/2010/main" val="1612464611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31C62DE-0A0E-4CF2-A51D-5E8C6E725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5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EA08B9-8A51-43D7-81D4-FA11DB404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00050"/>
            <a:ext cx="11430000" cy="6057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31534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B9AA46-B367-4D72-82F0-A14F34660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34100"/>
            <a:ext cx="514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CB5A9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CB5A9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4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F9AA0C0C-36A6-4AA2-B74A-8741A62EC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400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2C94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2C94C"/>
                </a:solidFill>
                <a:latin typeface="Aptos"/>
                <a:ea typeface="Aptos"/>
                <a:cs typeface="Aptos"/>
              </a:rPr>
              <a:t>PROJECT OBJECTIVES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7545CF-87A8-4912-A605-663852810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8382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6F1E7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6F1E7"/>
                </a:solidFill>
                <a:latin typeface="Aptos Display"/>
                <a:ea typeface="Aptos Display"/>
                <a:cs typeface="Aptos Display"/>
              </a:rPr>
              <a:t>The system is designed around five clear backend goals.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1EE0A2-D3C7-49AF-A22F-1ADEC5016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71700"/>
            <a:ext cx="9048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34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929DA8-A953-4CC9-BD32-BC90C4AD5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0002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8F6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14E4BC-C355-431B-A135-C416C6CF8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24075"/>
            <a:ext cx="552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CB407F-3CD5-4DD3-9189-E86B8A1CB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1962150"/>
            <a:ext cx="7239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9525">
            <a:solidFill>
              <a:srgbClr val="D8CDB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B98180-9E5D-4948-AC28-92460136A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2133600"/>
            <a:ext cx="6667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312A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7312A"/>
                </a:solidFill>
                <a:latin typeface="Aptos"/>
                <a:ea typeface="Aptos"/>
                <a:cs typeface="Aptos"/>
              </a:rPr>
              <a:t>Search recipes using ingredients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967C80-9202-458D-83DC-58E89BF57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86075"/>
            <a:ext cx="9048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34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3FEE8F-EEA8-4AF2-A651-9398FA13B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1462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C9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80181C-59A2-471F-8C13-88368D9B2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38450"/>
            <a:ext cx="552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CE15B67-25CA-4424-90F5-54662B460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2676525"/>
            <a:ext cx="7239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C6"/>
          </a:solidFill>
          <a:ln xmlns:a="http://schemas.openxmlformats.org/drawingml/2006/main" w="9525">
            <a:solidFill>
              <a:srgbClr val="D8CDB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1BBF3AC-91EA-4746-B0C3-5E972FE3B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2847975"/>
            <a:ext cx="6667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312A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7312A"/>
                </a:solidFill>
                <a:latin typeface="Aptos"/>
                <a:ea typeface="Aptos"/>
                <a:cs typeface="Aptos"/>
              </a:rPr>
              <a:t>Prioritize Nigerian recipes from a local dataset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5B6DD3B-BDF8-4341-8DF7-FCE777C32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600450"/>
            <a:ext cx="9048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34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616DF4D-2FCC-47D4-94B3-BDF19D914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2900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8F6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0A63DF4-02EA-45CB-BA8D-935C692A1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552825"/>
            <a:ext cx="552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81E5F27-824D-4AFC-94B0-B91110A81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3390900"/>
            <a:ext cx="7239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9525">
            <a:solidFill>
              <a:srgbClr val="D8CDB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3D9B969-5076-428B-8390-46526B671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3562350"/>
            <a:ext cx="6667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312A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7312A"/>
                </a:solidFill>
                <a:latin typeface="Aptos"/>
                <a:ea typeface="Aptos"/>
                <a:cs typeface="Aptos"/>
              </a:rPr>
              <a:t>Fetch more recipes from the Spoonacular API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2FC80F8-AD9D-4620-AA85-99603DDD2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314825"/>
            <a:ext cx="9048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34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04BAC59-20DB-437C-A163-0E084FA8A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4337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8F6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0C27535-01B3-4561-90C8-20ED89A1C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67200"/>
            <a:ext cx="552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94A4820-3488-4550-B64D-0A8FEB1CD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4105275"/>
            <a:ext cx="7239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9525">
            <a:solidFill>
              <a:srgbClr val="D8CDB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9450C72-CB0E-450A-90B0-764F43CAD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4276725"/>
            <a:ext cx="6667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312A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7312A"/>
                </a:solidFill>
                <a:latin typeface="Aptos"/>
                <a:ea typeface="Aptos"/>
                <a:cs typeface="Aptos"/>
              </a:rPr>
              <a:t>Allow users to save favorite recipes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54FE183-28AB-4202-8A72-021FD7BC6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29200"/>
            <a:ext cx="9048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34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05D40B9-668D-47EE-960F-09418483A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8577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8F6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01C8B68-0EB0-40CD-B3F6-37D97CE41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981575"/>
            <a:ext cx="552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6C30967-4D9F-4933-83A6-2AAADF79B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4819650"/>
            <a:ext cx="7239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9525">
            <a:solidFill>
              <a:srgbClr val="D8CDBA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C117617-2567-48B2-BB30-A9BDE3B51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4991100"/>
            <a:ext cx="6667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312A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7312A"/>
                </a:solidFill>
                <a:latin typeface="Aptos"/>
                <a:ea typeface="Aptos"/>
                <a:cs typeface="Aptos"/>
              </a:rPr>
              <a:t>Store and view search history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3056E62-8C7B-4F7E-AF28-C809CBF6F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266950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2C94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2C94C"/>
                </a:solidFill>
                <a:latin typeface="Aptos"/>
                <a:ea typeface="Aptos"/>
                <a:cs typeface="Aptos"/>
              </a:rPr>
              <a:t>Presentation focus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8F77404-5E1F-43CD-9E32-D51FD3C28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590800"/>
            <a:ext cx="15240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6F1E7"/>
                </a:solidFill>
                <a:latin typeface="Aptos"/>
                <a:ea typeface="Aptos"/>
                <a:cs typeface="Aptos"/>
              </a:rPr>
              <a:t>Show that the project works, explain the logic, and connect each feature back to the problem.</a:t>
            </a:r>
          </a:p>
        </p:txBody>
      </p:sp>
    </p:spTree>
    <p:extLst>
      <p:ext uri="{BB962C8B-B14F-4D97-AF65-F5344CB8AC3E}">
        <p14:creationId xmlns:p14="http://schemas.microsoft.com/office/powerpoint/2010/main" val="1550300831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6D14A58-A453-48EE-BE86-E8B710376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5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04A559-CF67-4B0D-AB3F-7F29B60E6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00050"/>
            <a:ext cx="11430000" cy="6057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31534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5083CC-9C68-42B8-A01A-B4F2A0E76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34100"/>
            <a:ext cx="514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CB5A9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CB5A9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4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64047248-65CA-4753-8D5C-AFF7EF160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400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2C94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2C94C"/>
                </a:solidFill>
                <a:latin typeface="Aptos"/>
                <a:ea typeface="Aptos"/>
                <a:cs typeface="Aptos"/>
              </a:rPr>
              <a:t>SYSTEM OVERVIEW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0905E7-2BCE-49EB-ABA4-4DF5EF958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8382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6F1E7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6F1E7"/>
                </a:solidFill>
                <a:latin typeface="Aptos Display"/>
                <a:ea typeface="Aptos Display"/>
                <a:cs typeface="Aptos Display"/>
              </a:rPr>
              <a:t>The backend checks Nigerian recipes before foreign results.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1A91B3-E0EF-4EA2-AF4A-A0198EE30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71750"/>
            <a:ext cx="2000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9525">
            <a:solidFill>
              <a:srgbClr val="D8CDB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0A342A-F7D1-4A2C-894E-E21C2F22A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71750"/>
            <a:ext cx="762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8F6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9ED921-4A86-4A89-BE0D-31666370B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14625"/>
            <a:ext cx="1581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31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312A"/>
                </a:solidFill>
                <a:latin typeface="Aptos"/>
                <a:ea typeface="Aptos"/>
                <a:cs typeface="Aptos"/>
              </a:rPr>
              <a:t>User enters ingredients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0B4699-0866-4289-A3D2-C13370856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038475"/>
            <a:ext cx="1581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1635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1635B"/>
                </a:solidFill>
                <a:latin typeface="Aptos"/>
                <a:ea typeface="Aptos"/>
                <a:cs typeface="Aptos"/>
              </a:rPr>
              <a:t>rice, tomato, onion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AAEC50-2626-47C0-B7BF-3C3ADF846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571750"/>
            <a:ext cx="2000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9525">
            <a:solidFill>
              <a:srgbClr val="D8CDB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6EE968-1350-49EA-A357-4767926E9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571750"/>
            <a:ext cx="762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A5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672A18-7578-40D4-8435-637703D9E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714625"/>
            <a:ext cx="1581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31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312A"/>
                </a:solidFill>
                <a:latin typeface="Aptos"/>
                <a:ea typeface="Aptos"/>
                <a:cs typeface="Aptos"/>
              </a:rPr>
              <a:t>ASP.NET Core API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C99DD1-04A4-40B0-8886-2F3AB43DB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038475"/>
            <a:ext cx="1581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1635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1635B"/>
                </a:solidFill>
                <a:latin typeface="Aptos"/>
                <a:ea typeface="Aptos"/>
                <a:cs typeface="Aptos"/>
              </a:rPr>
              <a:t>receives request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40E3932-931E-4AFC-AE8D-E2B26268D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190750"/>
            <a:ext cx="2000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9525">
            <a:solidFill>
              <a:srgbClr val="D8CDB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2F0E8E-FDFD-4779-9AF4-CC9C81B06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190750"/>
            <a:ext cx="762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C9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C9447A6-C252-452B-BB08-550E47439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333625"/>
            <a:ext cx="1581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31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312A"/>
                </a:solidFill>
                <a:latin typeface="Aptos"/>
                <a:ea typeface="Aptos"/>
                <a:cs typeface="Aptos"/>
              </a:rPr>
              <a:t>Nigerian dataset first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F9482FA-1634-4426-AA9F-ACB89CB52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657475"/>
            <a:ext cx="1581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1635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1635B"/>
                </a:solidFill>
                <a:latin typeface="Aptos"/>
                <a:ea typeface="Aptos"/>
                <a:cs typeface="Aptos"/>
              </a:rPr>
              <a:t>local priority search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3A8D7ED-870A-442C-B115-AEF5E4E31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3429000"/>
            <a:ext cx="2000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9525">
            <a:solidFill>
              <a:srgbClr val="D8CDB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C8BFAAC-9C9C-4466-9D0C-92F6A8347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3429000"/>
            <a:ext cx="762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52330AF-377A-4CAE-A3BD-E19206D97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3571875"/>
            <a:ext cx="1581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31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312A"/>
                </a:solidFill>
                <a:latin typeface="Aptos"/>
                <a:ea typeface="Aptos"/>
                <a:cs typeface="Aptos"/>
              </a:rPr>
              <a:t>Spoonacular fallback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220F0F6-E4D1-4479-8ABA-360E29AD3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3895725"/>
            <a:ext cx="1581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1635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1635B"/>
                </a:solidFill>
                <a:latin typeface="Aptos"/>
                <a:ea typeface="Aptos"/>
                <a:cs typeface="Aptos"/>
              </a:rPr>
              <a:t>external recipe search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B35081B-C93E-45BB-A601-586429FFE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571750"/>
            <a:ext cx="2000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9525">
            <a:solidFill>
              <a:srgbClr val="D8CDB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A9ED6A8-AE0C-4D05-9BDE-B5225952E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571750"/>
            <a:ext cx="762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8F6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628E276-FD37-4E9A-977D-C7FF652D1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714625"/>
            <a:ext cx="1581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31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312A"/>
                </a:solidFill>
                <a:latin typeface="Aptos"/>
                <a:ea typeface="Aptos"/>
                <a:cs typeface="Aptos"/>
              </a:rPr>
              <a:t>JSON recipe response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D21530D-12FC-4A75-BAB7-64F7E963B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038475"/>
            <a:ext cx="1581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1635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1635B"/>
                </a:solidFill>
                <a:latin typeface="Aptos"/>
                <a:ea typeface="Aptos"/>
                <a:cs typeface="Aptos"/>
              </a:rPr>
              <a:t>cards, details, favorites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3135F56-F5BF-416E-894C-90C8D9F6C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000375"/>
            <a:ext cx="304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8D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98F588C-E302-4B16-A9C9-7C73665D9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952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8D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4CC8D31-28EA-4C31-9BC0-D9996FC89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000375"/>
            <a:ext cx="304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8D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CD6C957-C663-4B63-972E-A502B29F0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952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8D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FC65F3D-A789-42C2-82B9-0181963C6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619375"/>
            <a:ext cx="647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8D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387C9F0-BE23-49F2-8C3A-E6B9CCBAC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571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8D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341AF55-0FFC-4A26-9D65-54D8A105B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857625"/>
            <a:ext cx="647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8D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A9F5A49-BCD0-41DC-95A3-23B12F021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8100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8D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5C12C36-83D0-4E28-9AE8-B061FB21B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067050"/>
            <a:ext cx="285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8D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27D6591-53F8-425C-A9BD-7AF60DF92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334000"/>
            <a:ext cx="933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Main users: students, families, and home cooks who want fast meal ideas from available ingredients.</a:t>
            </a:r>
          </a:p>
        </p:txBody>
      </p:sp>
    </p:spTree>
    <p:extLst>
      <p:ext uri="{BB962C8B-B14F-4D97-AF65-F5344CB8AC3E}">
        <p14:creationId xmlns:p14="http://schemas.microsoft.com/office/powerpoint/2010/main" val="699954731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53AE0A7-E7F8-46DB-932C-0EB1318F3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5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5BE233-3324-41FC-AD3B-438015999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00050"/>
            <a:ext cx="11430000" cy="6057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31534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8FF1EA-5184-47E6-9C4B-5B2F2BF36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34100"/>
            <a:ext cx="514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CB5A9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CB5A9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4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DB847D2D-E00A-429F-9916-883549BDD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400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2C94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2C94C"/>
                </a:solidFill>
                <a:latin typeface="Aptos"/>
                <a:ea typeface="Aptos"/>
                <a:cs typeface="Aptos"/>
              </a:rPr>
              <a:t>TECHNOLOGY USED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831544-F9D8-453A-BD07-7B0462768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8382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6F1E7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6F1E7"/>
                </a:solidFill>
                <a:latin typeface="Aptos Display"/>
                <a:ea typeface="Aptos Display"/>
                <a:cs typeface="Aptos Display"/>
              </a:rPr>
              <a:t>The stack separates interface, API logic, storage, and external data.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7D02AE-D7C4-42C2-8EAC-725104060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52625"/>
            <a:ext cx="10668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8F6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CAADFF-3CAE-4A9C-B9D3-C7D1B0719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14550"/>
            <a:ext cx="95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Frontend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1326A9-D7C2-436E-8A4F-30244EDDE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1838325"/>
            <a:ext cx="8382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9525">
            <a:solidFill>
              <a:srgbClr val="D8CDB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DB8846-F9B9-4269-8F20-63A1FDB6C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1962150"/>
            <a:ext cx="3524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312A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7312A"/>
                </a:solidFill>
                <a:latin typeface="Aptos"/>
                <a:ea typeface="Aptos"/>
                <a:cs typeface="Aptos"/>
              </a:rPr>
              <a:t>React + Vite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A15B3B-FEFC-442E-91C4-9A81012B6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314575"/>
            <a:ext cx="781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B5D55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B5D55"/>
                </a:solidFill>
                <a:latin typeface="Aptos"/>
                <a:ea typeface="Aptos"/>
                <a:cs typeface="Aptos"/>
              </a:rPr>
              <a:t>Displays search, recipe details, favorites, and history.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F49EB5-7F45-4BEC-8F20-935C4ACB1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05125"/>
            <a:ext cx="10668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A5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1997D5-76C6-4128-A80D-623214C10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67050"/>
            <a:ext cx="95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Backend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6588801-E9A6-4375-9E9B-9A533DFCA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790825"/>
            <a:ext cx="8382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9525">
            <a:solidFill>
              <a:srgbClr val="D8CDB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1257C64-A9A3-4682-B16F-A4972F039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914650"/>
            <a:ext cx="3524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312A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7312A"/>
                </a:solidFill>
                <a:latin typeface="Aptos"/>
                <a:ea typeface="Aptos"/>
                <a:cs typeface="Aptos"/>
              </a:rPr>
              <a:t>ASP.NET Core Web API / .NET 9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8B10001-4ABA-462E-9BED-1D0F13DBD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267075"/>
            <a:ext cx="781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B5D55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B5D55"/>
                </a:solidFill>
                <a:latin typeface="Aptos"/>
                <a:ea typeface="Aptos"/>
                <a:cs typeface="Aptos"/>
              </a:rPr>
              <a:t>Handles endpoints, business logic, CORS, health checks, and Swagger.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5C4C4E8-7853-48B2-B2F2-792CFA6C0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57625"/>
            <a:ext cx="10668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C9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4B460A1-05AC-454F-A2C7-F5CABDC87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19550"/>
            <a:ext cx="95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Database / storage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0FA0A7F-55DE-41D0-A43B-FE2CDF8C5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743325"/>
            <a:ext cx="8382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9525">
            <a:solidFill>
              <a:srgbClr val="D8CDB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78E4D19-CC66-408F-9509-8E955B22F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867150"/>
            <a:ext cx="3524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312A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7312A"/>
                </a:solidFill>
                <a:latin typeface="Aptos"/>
                <a:ea typeface="Aptos"/>
                <a:cs typeface="Aptos"/>
              </a:rPr>
              <a:t>SQLite + optional Redis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AD03461-C3D2-4101-894D-0E7294ED8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4219575"/>
            <a:ext cx="781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B5D55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B5D55"/>
                </a:solidFill>
                <a:latin typeface="Aptos"/>
                <a:ea typeface="Aptos"/>
                <a:cs typeface="Aptos"/>
              </a:rPr>
              <a:t>SQLite supports app data; Redis stores favorites/search history with in-memory fallback.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F3BD83F-37EF-4CDC-B2E6-78C3343C4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10125"/>
            <a:ext cx="10668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AA08272-5AD7-4C57-8EC5-AEB9BFC9C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72050"/>
            <a:ext cx="95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External tools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2460E30-0963-4697-8C27-52B1B18F6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4695825"/>
            <a:ext cx="8382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9525">
            <a:solidFill>
              <a:srgbClr val="D8CDB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087896C-D805-44F3-A1EC-8AC568948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4819650"/>
            <a:ext cx="3524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312A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7312A"/>
                </a:solidFill>
                <a:latin typeface="Aptos"/>
                <a:ea typeface="Aptos"/>
                <a:cs typeface="Aptos"/>
              </a:rPr>
              <a:t>Spoonacular API, Swagger, Docker/Render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F04F113-2BD9-4940-B773-1FB2826D9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5172075"/>
            <a:ext cx="781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B5D55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B5D55"/>
                </a:solidFill>
                <a:latin typeface="Aptos"/>
                <a:ea typeface="Aptos"/>
                <a:cs typeface="Aptos"/>
              </a:rPr>
              <a:t>Adds live recipe data, API testing, and deployment support.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A6252E0-5B31-4C26-AE72-4CC5ADF55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943600"/>
            <a:ext cx="9429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F6F1E7"/>
                </a:solidFill>
                <a:latin typeface="Aptos"/>
                <a:ea typeface="Aptos"/>
                <a:cs typeface="Aptos"/>
              </a:rPr>
              <a:t>Key point: the frontend calls the backend API, and the backend returns recipe data as JSON.</a:t>
            </a:r>
          </a:p>
        </p:txBody>
      </p:sp>
    </p:spTree>
    <p:extLst>
      <p:ext uri="{BB962C8B-B14F-4D97-AF65-F5344CB8AC3E}">
        <p14:creationId xmlns:p14="http://schemas.microsoft.com/office/powerpoint/2010/main" val="507995350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E55CE7F-E5CE-44D1-B354-D57FC9FD3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5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52257D-DCC2-4416-83A2-FE02869A7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00050"/>
            <a:ext cx="11430000" cy="6057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31534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40354F-B1D6-4A0A-9A02-84A65B0CC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34100"/>
            <a:ext cx="514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CB5A9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CB5A9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4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AC5774B5-BB4F-45CF-B219-2DB3A7640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400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2C94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2C94C"/>
                </a:solidFill>
                <a:latin typeface="Aptos"/>
                <a:ea typeface="Aptos"/>
                <a:cs typeface="Aptos"/>
              </a:rPr>
              <a:t>LIVE DEMONSTRATION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C7B059-F318-49A6-A1EA-324D42A63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8382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6F1E7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6F1E7"/>
                </a:solidFill>
                <a:latin typeface="Aptos Display"/>
                <a:ea typeface="Aptos Display"/>
                <a:cs typeface="Aptos Display"/>
              </a:rPr>
              <a:t>The demo should prove the main API features in order.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1F16A3-0158-4F4B-B59C-0DFFF8950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81200"/>
            <a:ext cx="49530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9525">
            <a:solidFill>
              <a:srgbClr val="D8CDB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8AC662-12CD-422E-89BD-0E54582D8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286000"/>
            <a:ext cx="2190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312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7312A"/>
                </a:solidFill>
                <a:latin typeface="Aptos"/>
                <a:ea typeface="Aptos"/>
                <a:cs typeface="Aptos"/>
              </a:rPr>
              <a:t>Open Swagger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8BB360-25EE-4EF8-A4E4-67F90089C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81300"/>
            <a:ext cx="3905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3A8F62"/>
                </a:solidFill>
                <a:latin typeface="Aptos Mono"/>
                <a:ea typeface="Aptos Mono"/>
                <a:cs typeface="Aptos Mono"/>
              </a:defRPr>
            </a:pPr>
            <a:r>
              <a:rPr sz="1500" b="0">
                <a:solidFill>
                  <a:srgbClr val="3A8F62"/>
                </a:solidFill>
                <a:latin typeface="Aptos Mono"/>
                <a:ea typeface="Aptos Mono"/>
                <a:cs typeface="Aptos Mono"/>
              </a:rPr>
              <a:t>http://localhost:5209/swagger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FACF2D-A8AE-4BAB-A2A0-9267362C7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76625"/>
            <a:ext cx="3905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0433B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30433B"/>
                </a:solidFill>
                <a:latin typeface="Aptos"/>
                <a:ea typeface="Aptos"/>
                <a:cs typeface="Aptos"/>
              </a:rPr>
              <a:t>Explain while testing: the backend accepts ingredients, searches local Nigerian recipes first, then uses Spoonacular when needed.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665876-DD88-4127-B11B-524DFB895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809750"/>
            <a:ext cx="476250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62D"/>
          </a:solidFill>
          <a:ln xmlns:a="http://schemas.openxmlformats.org/drawingml/2006/main" w="9525">
            <a:solidFill>
              <a:srgbClr val="31534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085D06-9D5D-4B1E-85C3-C1E559318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11455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Demo checklist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E8786D-44DC-46BA-BA7A-E1D21AD7B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65747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8F6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F70AE98-F323-40E5-9E42-00E3D60EA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590800"/>
            <a:ext cx="3714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AF3EE"/>
                </a:solidFill>
                <a:latin typeface="Aptos Mono"/>
                <a:ea typeface="Aptos Mono"/>
                <a:cs typeface="Aptos Mono"/>
              </a:defRPr>
            </a:pPr>
            <a:r>
              <a:rPr sz="1350" b="0">
                <a:solidFill>
                  <a:srgbClr val="EAF3EE"/>
                </a:solidFill>
                <a:latin typeface="Aptos Mono"/>
                <a:ea typeface="Aptos Mono"/>
                <a:cs typeface="Aptos Mono"/>
              </a:rPr>
              <a:t>GET /health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AC60F13-9E5B-4C02-B30E-32A3B532C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05752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C9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FA61735-7C48-4B5E-BF09-AFCCE69B8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990850"/>
            <a:ext cx="3714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AF3EE"/>
                </a:solidFill>
                <a:latin typeface="Aptos Mono"/>
                <a:ea typeface="Aptos Mono"/>
                <a:cs typeface="Aptos Mono"/>
              </a:defRPr>
            </a:pPr>
            <a:r>
              <a:rPr sz="1350" b="0">
                <a:solidFill>
                  <a:srgbClr val="EAF3EE"/>
                </a:solidFill>
                <a:latin typeface="Aptos Mono"/>
                <a:ea typeface="Aptos Mono"/>
                <a:cs typeface="Aptos Mono"/>
              </a:rPr>
              <a:t>GET /api/recipes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22C9536-CAA6-4A12-9835-EA8EEB6C3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45757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C9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C9DDD53-26DD-4378-B23A-714D1376B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390900"/>
            <a:ext cx="3714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EAF3EE"/>
                </a:solidFill>
                <a:latin typeface="Aptos Mono"/>
                <a:ea typeface="Aptos Mono"/>
                <a:cs typeface="Aptos Mono"/>
              </a:defRPr>
            </a:pPr>
            <a:r>
              <a:rPr sz="1200" b="0">
                <a:solidFill>
                  <a:srgbClr val="EAF3EE"/>
                </a:solidFill>
                <a:latin typeface="Aptos Mono"/>
                <a:ea typeface="Aptos Mono"/>
                <a:cs typeface="Aptos Mono"/>
              </a:rPr>
              <a:t>GET /api/recipes/search?ingredients=rice,tomato&amp;max=10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FC7EF42-8034-408F-8447-C4E4DF433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85762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C9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37E15F2-6E52-4079-BEC9-B2F5D3A87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790950"/>
            <a:ext cx="3714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AF3EE"/>
                </a:solidFill>
                <a:latin typeface="Aptos Mono"/>
                <a:ea typeface="Aptos Mono"/>
                <a:cs typeface="Aptos Mono"/>
              </a:defRPr>
            </a:pPr>
            <a:r>
              <a:rPr sz="1350" b="0">
                <a:solidFill>
                  <a:srgbClr val="EAF3EE"/>
                </a:solidFill>
                <a:latin typeface="Aptos Mono"/>
                <a:ea typeface="Aptos Mono"/>
                <a:cs typeface="Aptos Mono"/>
              </a:rPr>
              <a:t>GET /api/recipes/{id}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DC5AF05-D2AA-471A-A812-8C5B06A91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25767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C9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835CD2B-ED5D-4D43-A140-282AD9F07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191000"/>
            <a:ext cx="3714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AF3EE"/>
                </a:solidFill>
                <a:latin typeface="Aptos Mono"/>
                <a:ea typeface="Aptos Mono"/>
                <a:cs typeface="Aptos Mono"/>
              </a:defRPr>
            </a:pPr>
            <a:r>
              <a:rPr sz="1350" b="0">
                <a:solidFill>
                  <a:srgbClr val="EAF3EE"/>
                </a:solidFill>
                <a:latin typeface="Aptos Mono"/>
                <a:ea typeface="Aptos Mono"/>
                <a:cs typeface="Aptos Mono"/>
              </a:rPr>
              <a:t>POST /api/recipes/{id}/favorite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908FB7E-B254-4494-8B66-BD0AA943C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65772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C9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674D2CD-25A3-496A-B2F1-F0C6021DD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591050"/>
            <a:ext cx="3714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AF3EE"/>
                </a:solidFill>
                <a:latin typeface="Aptos Mono"/>
                <a:ea typeface="Aptos Mono"/>
                <a:cs typeface="Aptos Mono"/>
              </a:defRPr>
            </a:pPr>
            <a:r>
              <a:rPr sz="1350" b="0">
                <a:solidFill>
                  <a:srgbClr val="EAF3EE"/>
                </a:solidFill>
                <a:latin typeface="Aptos Mono"/>
                <a:ea typeface="Aptos Mono"/>
                <a:cs typeface="Aptos Mono"/>
              </a:rPr>
              <a:t>GET /api/recipes/favorites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E12F3DF-87BC-4941-9855-15F075D2B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05777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C9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ABAC722-9231-45E7-ABBA-EC83ACA15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991100"/>
            <a:ext cx="3714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AF3EE"/>
                </a:solidFill>
                <a:latin typeface="Aptos Mono"/>
                <a:ea typeface="Aptos Mono"/>
                <a:cs typeface="Aptos Mono"/>
              </a:defRPr>
            </a:pPr>
            <a:r>
              <a:rPr sz="1350" b="0">
                <a:solidFill>
                  <a:srgbClr val="EAF3EE"/>
                </a:solidFill>
                <a:latin typeface="Aptos Mono"/>
                <a:ea typeface="Aptos Mono"/>
                <a:cs typeface="Aptos Mono"/>
              </a:rPr>
              <a:t>GET /api/searchhistory</a:t>
            </a:r>
          </a:p>
        </p:txBody>
      </p:sp>
    </p:spTree>
    <p:extLst>
      <p:ext uri="{BB962C8B-B14F-4D97-AF65-F5344CB8AC3E}">
        <p14:creationId xmlns:p14="http://schemas.microsoft.com/office/powerpoint/2010/main" val="312108362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BA67605-6EEC-44CE-92B0-2E5CA80D4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5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7A8E78-AFED-4E51-A301-5E05B3FC5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00050"/>
            <a:ext cx="11430000" cy="6057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31534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D881C3-BCF8-4AA4-9DBE-C190E862B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34100"/>
            <a:ext cx="514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CB5A9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CB5A9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4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CA20377A-2889-4A23-93BC-5418605DE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400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2C94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2C94C"/>
                </a:solidFill>
                <a:latin typeface="Aptos"/>
                <a:ea typeface="Aptos"/>
                <a:cs typeface="Aptos"/>
              </a:rPr>
              <a:t>CHALLENGES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8FFF7D-2755-457A-99F4-8EE2417CD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8382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6F1E7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6F1E7"/>
                </a:solidFill>
                <a:latin typeface="Aptos Display"/>
                <a:ea typeface="Aptos Display"/>
                <a:cs typeface="Aptos Display"/>
              </a:rPr>
              <a:t>The project needed fallbacks for real-world backend issues.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1BAB24-BBE7-40C1-A68C-ACC9188C9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52625"/>
            <a:ext cx="1000125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9525">
            <a:solidFill>
              <a:srgbClr val="D8CDB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A805A4-DA7E-4CF1-9488-C60746746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20980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A8F62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3A8F62"/>
                </a:solidFill>
                <a:latin typeface="Aptos"/>
                <a:ea typeface="Aptos"/>
                <a:cs typeface="Aptos"/>
              </a:rPr>
              <a:t>Challenge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A743AB-898A-43D0-A5D9-C9DF6DF05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20980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A8F62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3A8F62"/>
                </a:solidFill>
                <a:latin typeface="Aptos"/>
                <a:ea typeface="Aptos"/>
                <a:cs typeface="Aptos"/>
              </a:rPr>
              <a:t>How I handled it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E4A3A0-C2D8-451B-BC57-9283A2059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571750"/>
            <a:ext cx="9429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DB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E2D098-99F6-400D-B0ED-C178D4F4E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686050"/>
            <a:ext cx="219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E76F51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E76F51"/>
                </a:solidFill>
                <a:latin typeface="Aptos"/>
                <a:ea typeface="Aptos"/>
                <a:cs typeface="Aptos"/>
              </a:rPr>
              <a:t>External API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5DDC55-BCB4-4497-A875-F1596D143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686050"/>
            <a:ext cx="61436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33443D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33443D"/>
                </a:solidFill>
                <a:latin typeface="Aptos"/>
                <a:ea typeface="Aptos"/>
                <a:cs typeface="Aptos"/>
              </a:rPr>
              <a:t>Connected Spoonacular and handled provider errors or quota limits.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C48F186-2802-40C6-A860-3D612FC05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124200"/>
            <a:ext cx="9429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DB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14BAF5-F0E1-498B-98ED-AE3F59BAC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238500"/>
            <a:ext cx="219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312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7312A"/>
                </a:solidFill>
                <a:latin typeface="Aptos"/>
                <a:ea typeface="Aptos"/>
                <a:cs typeface="Aptos"/>
              </a:rPr>
              <a:t>Missing secrets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834F9CD-F9BE-4E86-885B-E0CCA35E2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238500"/>
            <a:ext cx="61436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33443D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33443D"/>
                </a:solidFill>
                <a:latin typeface="Aptos"/>
                <a:ea typeface="Aptos"/>
                <a:cs typeface="Aptos"/>
              </a:rPr>
              <a:t>Kept API keys out of code and used configuration/environment variables.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CF7BF7E-98EB-485A-A775-93E53F264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676650"/>
            <a:ext cx="9429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DB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A6E63E3-1773-46BB-A2CB-10EE15EE8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90950"/>
            <a:ext cx="219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312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7312A"/>
                </a:solidFill>
                <a:latin typeface="Aptos"/>
                <a:ea typeface="Aptos"/>
                <a:cs typeface="Aptos"/>
              </a:rPr>
              <a:t>Local priority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278042B-2DAA-4EEB-8426-DB712D0CE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790950"/>
            <a:ext cx="61436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33443D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33443D"/>
                </a:solidFill>
                <a:latin typeface="Aptos"/>
                <a:ea typeface="Aptos"/>
                <a:cs typeface="Aptos"/>
              </a:rPr>
              <a:t>Searched the Nigerian dataset before foreign recipe results.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261A418-14D2-45C7-88F2-BFC9B2F33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229100"/>
            <a:ext cx="9429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DB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17CF03C-8FFD-4F6D-95CE-16A076B7A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343400"/>
            <a:ext cx="219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312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7312A"/>
                </a:solidFill>
                <a:latin typeface="Aptos"/>
                <a:ea typeface="Aptos"/>
                <a:cs typeface="Aptos"/>
              </a:rPr>
              <a:t>CORS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1371181-DD1A-437F-96CE-F492361C5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343400"/>
            <a:ext cx="61436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33443D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33443D"/>
                </a:solidFill>
                <a:latin typeface="Aptos"/>
                <a:ea typeface="Aptos"/>
                <a:cs typeface="Aptos"/>
              </a:rPr>
              <a:t>Allowed the frontend origin so browser requests can reach the backend.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A1B58F5-0AC5-4829-BA0E-154EF5ECA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781550"/>
            <a:ext cx="9429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DB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0121762-D325-422A-81F6-3DBC95026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895850"/>
            <a:ext cx="219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312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7312A"/>
                </a:solidFill>
                <a:latin typeface="Aptos"/>
                <a:ea typeface="Aptos"/>
                <a:cs typeface="Aptos"/>
              </a:rPr>
              <a:t>Redis availability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C1EF44C-A91F-498A-9B6C-855530046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895850"/>
            <a:ext cx="61436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33443D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33443D"/>
                </a:solidFill>
                <a:latin typeface="Aptos"/>
                <a:ea typeface="Aptos"/>
                <a:cs typeface="Aptos"/>
              </a:rPr>
              <a:t>Made Redis optional by adding an in-memory fallback.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565CAB2-04F1-4B95-862F-0CA4D4A81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905500"/>
            <a:ext cx="9525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6F1E7"/>
                </a:solidFill>
                <a:latin typeface="Aptos"/>
                <a:ea typeface="Aptos"/>
                <a:cs typeface="Aptos"/>
              </a:rPr>
              <a:t>This is important because deployed apps must keep working even when services or config are imperfect.</a:t>
            </a:r>
          </a:p>
        </p:txBody>
      </p:sp>
    </p:spTree>
    <p:extLst>
      <p:ext uri="{BB962C8B-B14F-4D97-AF65-F5344CB8AC3E}">
        <p14:creationId xmlns:p14="http://schemas.microsoft.com/office/powerpoint/2010/main" val="1007412321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0FC3363-7CA1-45B7-8422-1B329511A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5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4EF32F-03E4-4B92-B1EA-B1F0371F9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00050"/>
            <a:ext cx="11430000" cy="6057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31534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1FFB84-8C24-4950-B548-F32378791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34100"/>
            <a:ext cx="514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CB5A9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CB5A9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1963BE-ABC7-4596-8F6A-62D897EB5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81050"/>
            <a:ext cx="4953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F6F1E7"/>
                </a:solidFill>
                <a:latin typeface="Aptos Display"/>
                <a:ea typeface="Aptos Display"/>
                <a:cs typeface="Aptos Display"/>
              </a:defRPr>
            </a:pPr>
            <a:r>
              <a:rPr sz="4050" b="1">
                <a:solidFill>
                  <a:srgbClr val="F6F1E7"/>
                </a:solidFill>
                <a:latin typeface="Aptos Display"/>
                <a:ea typeface="Aptos Display"/>
                <a:cs typeface="Aptos Display"/>
              </a:rPr>
              <a:t>Conclusion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BBDDBB-C55B-49A1-ABDE-9ABA5DE48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43050"/>
            <a:ext cx="8763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CFE0D7"/>
                </a:solidFill>
                <a:latin typeface="Aptos"/>
                <a:ea typeface="Aptos"/>
                <a:cs typeface="Aptos"/>
              </a:defRPr>
            </a:pPr>
            <a:r>
              <a:rPr sz="1950" b="0">
                <a:solidFill>
                  <a:srgbClr val="CFE0D7"/>
                </a:solidFill>
                <a:latin typeface="Aptos"/>
                <a:ea typeface="Aptos"/>
                <a:cs typeface="Aptos"/>
              </a:rPr>
              <a:t>CookingRecipe connected data, APIs, configuration, and user actions into one working backend project.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E630EE-A1CA-4CD1-8BFB-53F2536C5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38450"/>
            <a:ext cx="44767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9525">
            <a:solidFill>
              <a:srgbClr val="D8CDB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515605-C919-4E3B-B1F2-0E1E73410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2420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312A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7312A"/>
                </a:solidFill>
                <a:latin typeface="Aptos"/>
                <a:ea typeface="Aptos"/>
                <a:cs typeface="Aptos"/>
              </a:rPr>
              <a:t>What I learned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912510-AAEC-44B4-9F3F-76BECF8BC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638550"/>
            <a:ext cx="3619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33443D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33443D"/>
                </a:solidFill>
                <a:latin typeface="Aptos"/>
                <a:ea typeface="Aptos"/>
                <a:cs typeface="Aptos"/>
              </a:rPr>
              <a:t>Building real Web APIs</a:t>
            </a:r>
          </a:p>
          <a:p xmlns:a="http://schemas.openxmlformats.org/drawingml/2006/main">
            <a:pPr algn="l">
              <a:defRPr sz="1575" b="0">
                <a:solidFill>
                  <a:srgbClr val="33443D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33443D"/>
                </a:solidFill>
                <a:latin typeface="Aptos"/>
                <a:ea typeface="Aptos"/>
                <a:cs typeface="Aptos"/>
              </a:rPr>
              <a:t>Connecting external services</a:t>
            </a:r>
          </a:p>
          <a:p xmlns:a="http://schemas.openxmlformats.org/drawingml/2006/main">
            <a:pPr algn="l">
              <a:defRPr sz="1575" b="0">
                <a:solidFill>
                  <a:srgbClr val="33443D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33443D"/>
                </a:solidFill>
                <a:latin typeface="Aptos"/>
                <a:ea typeface="Aptos"/>
                <a:cs typeface="Aptos"/>
              </a:rPr>
              <a:t>Using environment variables</a:t>
            </a:r>
          </a:p>
          <a:p xmlns:a="http://schemas.openxmlformats.org/drawingml/2006/main">
            <a:pPr algn="l">
              <a:defRPr sz="1575" b="0">
                <a:solidFill>
                  <a:srgbClr val="33443D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33443D"/>
                </a:solidFill>
                <a:latin typeface="Aptos"/>
                <a:ea typeface="Aptos"/>
                <a:cs typeface="Aptos"/>
              </a:rPr>
              <a:t>Handling CORS and API testing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0C4B33-27E9-4130-8FB5-973CA2B7F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838450"/>
            <a:ext cx="44767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C6"/>
          </a:solidFill>
          <a:ln xmlns:a="http://schemas.openxmlformats.org/drawingml/2006/main" w="9525">
            <a:solidFill>
              <a:srgbClr val="D8CDB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4C2312-F42B-4B4F-8637-0DC0C7BFB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124200"/>
            <a:ext cx="2857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312A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7312A"/>
                </a:solidFill>
                <a:latin typeface="Aptos"/>
                <a:ea typeface="Aptos"/>
                <a:cs typeface="Aptos"/>
              </a:rPr>
              <a:t>Possible improvements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94CBD3-013C-460A-AEF8-1606DAC87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638550"/>
            <a:ext cx="37147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33443D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33443D"/>
                </a:solidFill>
                <a:latin typeface="Aptos"/>
                <a:ea typeface="Aptos"/>
                <a:cs typeface="Aptos"/>
              </a:rPr>
              <a:t>User login</a:t>
            </a:r>
          </a:p>
          <a:p xmlns:a="http://schemas.openxmlformats.org/drawingml/2006/main">
            <a:pPr algn="l">
              <a:defRPr sz="1575" b="0">
                <a:solidFill>
                  <a:srgbClr val="33443D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33443D"/>
                </a:solidFill>
                <a:latin typeface="Aptos"/>
                <a:ea typeface="Aptos"/>
                <a:cs typeface="Aptos"/>
              </a:rPr>
              <a:t>Meal planning</a:t>
            </a:r>
          </a:p>
          <a:p xmlns:a="http://schemas.openxmlformats.org/drawingml/2006/main">
            <a:pPr algn="l">
              <a:defRPr sz="1575" b="0">
                <a:solidFill>
                  <a:srgbClr val="33443D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33443D"/>
                </a:solidFill>
                <a:latin typeface="Aptos"/>
                <a:ea typeface="Aptos"/>
                <a:cs typeface="Aptos"/>
              </a:rPr>
              <a:t>Better nutrition filters</a:t>
            </a:r>
          </a:p>
          <a:p xmlns:a="http://schemas.openxmlformats.org/drawingml/2006/main">
            <a:pPr algn="l">
              <a:defRPr sz="1575" b="0">
                <a:solidFill>
                  <a:srgbClr val="33443D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33443D"/>
                </a:solidFill>
                <a:latin typeface="Aptos"/>
                <a:ea typeface="Aptos"/>
                <a:cs typeface="Aptos"/>
              </a:rPr>
              <a:t>Restored/improved frontend interface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4EEE1F-0AC8-4AFB-9F77-2595D9221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81650"/>
            <a:ext cx="9601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34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EA1AD0-06EF-45AD-B675-EAC204004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829300"/>
            <a:ext cx="9620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2C94C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2C94C"/>
                </a:solidFill>
                <a:latin typeface="Aptos"/>
                <a:ea typeface="Aptos"/>
                <a:cs typeface="Aptos"/>
              </a:rPr>
              <a:t>Questions &amp; Answers</a:t>
            </a:r>
          </a:p>
        </p:txBody>
      </p:sp>
    </p:spTree>
    <p:extLst>
      <p:ext uri="{BB962C8B-B14F-4D97-AF65-F5344CB8AC3E}">
        <p14:creationId xmlns:p14="http://schemas.microsoft.com/office/powerpoint/2010/main" val="65505640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2026-06-13T13:46:58.1440000Z</dcterms:created>
  <dcterms:modified xsi:type="dcterms:W3CDTF">2026-06-13T13:46:58.1450000Z</dcterms:modified>
</coreProperties>
</file>